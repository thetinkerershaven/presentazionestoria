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Rivoluzione Industriale: tessile e fabbrica</dc:title>
  <dc:subject>Unità 5, Capitolo 1 — «Telai e carbone: donne e uomini nella rivoluzione industriale», pp. 352-368</dc:subject>
  <dc:creator>Presentazione per la classe</dc:creator>
  <cp:lastModifiedBy>Presentazione per la classe</cp:lastModifiedBy>
  <cp:revision>1</cp:revision>
  <dcterms:created xsi:type="dcterms:W3CDTF">2026-09-23T07:02:58Z</dcterms:created>
  <dcterms:modified xsi:type="dcterms:W3CDTF">2026-09-23T07:02:58Z</dcterms:modified>
</cp:coreProperties>
</file>